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43400"/>
            <a:ext cx="9144000" cy="777240"/>
          </a:xfrm>
          <a:prstGeom prst="rect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371600"/>
            <a:ext cx="109728" cy="2194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X-Market on Sui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概率分布衍生品 · 链上预测市场新范式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Yes/No 博彩到 PDF 定价金融衍生品 — 博弈与知识付费共生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2026年6月 · Testnet v2 已上线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行业痛点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传统预测市场的结构性缺陷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二元碎片化 — 无法表达连续概率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Yes/No 代币把 CPI、进球数、选举份额等连续/离散变量拆成大量独立盘口，流动性分散、定价粗糙，机构无法对冲区间风险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23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带单无审计 — KOL 战绩可伪造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Web2/Web3 带单生态缺乏链上不可篡改战绩；付费解锁后无法事后验证，虚假预言家泛滥，订阅者信任成本高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52044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中心化做市 — 大户被限仓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904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传统博彩平台是庄家 vs 散户模式，量化资金与机构套利空间被限仓/封号，链上缺乏真正的流动性池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66344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结算割裂 — 博弈与信息数据孤岛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50474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下注结果与付费分析使用不同数据源和结算逻辑，同一事件的多维价值无法在同一根节点上聚合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核心洞察：预测市场需要从「结果博彩」升级为「概率分布衍生品市场」— 交易方向、区间、波动率与结构化风险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市场机会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三大增量赛道与 X-Market 切入点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269748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533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链上衍生品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$50B+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衍生品 TAM（2026）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28803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参数化 AMM 承接机构对冲需求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Normal/Poisson/Dirichlet 覆盖宏观·体育·选举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Swap 等 Phase 3 结构化产品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34440"/>
            <a:ext cx="269748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3533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知识付费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$300B+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全球付费内容市场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28803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SuiProphet 链上战绩筛选真 KOL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加密 + 事后强制公开审计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即时解锁 · 知识资产代币化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1234440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1234440"/>
            <a:ext cx="269748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080760" y="135331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预测市场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011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高速增长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0" y="2514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Polymarket 等验证 PMF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0488" y="288036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USDC 原生结算降低摩擦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Auction 冷启动无需外部 LP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并行执行支撑多市场并发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X-Market 独占「概率衍生品 + 知识付费」双模块协同位 — 同一 EventRoot 绑定博弈与付费，数据不割裂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业务价值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四方共赢的产品生态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508760" cy="947547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78992"/>
            <a:ext cx="1508760" cy="94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交易者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078992"/>
            <a:ext cx="6903720" cy="94754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133856"/>
            <a:ext cx="6720840" cy="36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交易概率曲线而非碎片代币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0" y="1493924"/>
            <a:ext cx="6720840" cy="53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区间/数字期权 · 结构化票据 · Max-Loss 风控 · 透明 PDF 定价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0040" y="2081403"/>
            <a:ext cx="1508760" cy="947547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081403"/>
            <a:ext cx="1508760" cy="94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承销商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0240" y="2081403"/>
            <a:ext cx="6903720" cy="94754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2136267"/>
            <a:ext cx="6720840" cy="36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赚滑点 + Theta + 错误定价本金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11680" y="2496335"/>
            <a:ext cx="6720840" cy="53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申购赎回 · Opening Auction 内生流动性 · LP Guard 动态费率保护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3083814"/>
            <a:ext cx="1508760" cy="947547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083814"/>
            <a:ext cx="1508760" cy="94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预言家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3083814"/>
            <a:ext cx="6903720" cy="94754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0" y="3138678"/>
            <a:ext cx="6720840" cy="36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全链胜率背书 + 付费解锁收入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11680" y="3498746"/>
            <a:ext cx="6720840" cy="53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私密分析 · 链上战绩积累 · 链上门槛校验后开通付费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20040" y="4086225"/>
            <a:ext cx="1508760" cy="947547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086225"/>
            <a:ext cx="1508760" cy="94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协议 / 平台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20240" y="4086225"/>
            <a:ext cx="6903720" cy="94754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4141089"/>
            <a:ext cx="6720840" cy="36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解锁费抽成 + 交易费率 + 生态网络效应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11680" y="4501157"/>
            <a:ext cx="6720840" cy="53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Crank 自动结算 · 排行榜驱动流量 · 多市场并行扩展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双模块共用 EventRoot · 统一 Oracle 结算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73152" cy="201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X-Market 博弈模块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3703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参数化 AMM：交易修改 μ/σ/λ/α，PDF 实时更新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足球 · Dirichlet 选举 · Normal 宏观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Auction → Trading → Oracle 结算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原生 USDC Vault + Max-Loss 约束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73152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98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SuiProphet 知识付费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27632"/>
            <a:ext cx="3703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加密私密预测 · paid_buyers 付费立看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lock_time 后强制公开 · 全链战绩审计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 Score 排行榜筛选真 KOL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与博弈模块共用 Oracle resolved_value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2468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566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Oracle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乐观提议 → 争议 → 委员会终裁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3931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291840" y="3429000"/>
            <a:ext cx="2468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3566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EventRoot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同一事件 · 同一 lock_time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06440" y="3931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26480" y="3429000"/>
            <a:ext cx="24688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3566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双模块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 博弈 + 知识付费并行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技术差异化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参数化 AMM vs 传统二元盘口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传统 Yes/No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X-Market 参数化 AMM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定价对象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离散结果代币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概率分布函数 PDF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流动性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 outcome 独立池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统一 Vault + 参数调整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合约类型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二元赌局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区间 · 数字 · Call/Put · Variance Swap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冷启动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依赖外部 LP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Opening Auction 内生定标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机构接入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限仓/封号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透明池 + 量化套利空间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知识生态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无链上审计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SuiProphet 强制事后公开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7947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79476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9044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链上数学引擎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233672"/>
            <a:ext cx="80924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Q32.32 定点数 · exp/erf LUT 查表 · Tier 1 原子完成参数更新与概率计算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链上为唯一真相源 · Pricing Engine 仅作 Preview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性能优势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并行架构 + 链上原子计算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2529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18872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并行执行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" y="1591056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 event_id 分片，多市场并行结算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Position/Prophecy 为独立 Object，无全局锁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适合多池 + 多预言家并存的高并发场景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2252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68112" y="118872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链上原子计算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01184" y="1591056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1：参数更新 + 概率计算同一 PTB 完成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Oracle 签名更新定价参数，消除延迟套利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 查表降低 exp/erf 计算 Gas 开销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92958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323926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23926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320268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 异步增强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" y="3605022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 Crush / IV / Vol Smile 链下独立计算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索引 + REST API 毫秒级查询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不阻塞链上结算路径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92958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323926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23926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68112" y="320268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多端定价桥接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01184" y="3605022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+ Rust pricing bridge 本地 Preview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 math-spec 对齐，所见即所得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减少无效链上交易提交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多层风控 · 链上可验证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25296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18872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Max-Loss 边界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" y="1591056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每笔 buy_* 前链上最坏情景赔付 ≤ Vault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Slippage Reject 强制拒绝资不抵债交易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risk.move 全路径覆盖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2252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68112" y="118872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Guard 动态防守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01184" y="1591056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Keeper 监测参数漂移 + 偏度 + 成交量 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风险满分有效费率可达 800 bps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sigma_virtual / resolution_window 时间锁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92958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323926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23926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320268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委员会终裁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" y="3605022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乐观提议 + 争议立案 + 多签委员会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 Admin 单方结算 · 质押博弈机制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禁止参与 AMM 定价参数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92958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323926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23926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68112" y="320268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隐私 + Slash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01184" y="3605022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OR 策略：付费立看 / 到期公开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治理 timelock + 多签执行通道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ZK 见证冷路径：3600s 挑战窗口 + 延迟 finalize（Attestation，不阻塞交易）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可靠性保障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终裁 · 状态机 · 运维体系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2529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18872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统一结算真相源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" y="1591056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macro_oracle + oracle_arbitrator 全产品唯一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 DataFeed → 博弈 claim + Prophet 审计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自动注册，前端无需硬编码 env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2252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68112" y="118872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市场状态机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01184" y="1591056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Auction → Trading → Settled 严格流转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到期 resolution_window 禁 buy_*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paused 应急暂停 + 演练留痕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92958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323926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23926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320268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链下服务矩阵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" y="3605022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Guard · Oracle Relayer · Walrus Relay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 Audit Keeper · Chain Monitor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编排 + 健康检查脚本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92958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323926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23926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68112" y="320268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主网就绪体系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01184" y="3605022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mainnet-readiness-checklist 可执行清单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治理参数签字版 + 应急演练模板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move test 全模块覆盖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易用性体验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Mobile · 稳定币原生 · 多端体验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2529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18872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原生体验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" y="1591056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原生 USDC，非自铸测试币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买入/解锁/赔付全程稳定币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降低用户认知门槛，专注交易本身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2252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68112" y="118872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定价预览与引导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01184" y="1591056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Engine 链下报价 Preview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TradePanel 实时胜率与 ROI 估算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减少无效链上提交，所见即所得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92958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323926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23926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320268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Mobile 双端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" y="3605022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15 + @mysten/dapp-kit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移动端 + Rust 定价 Preview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/markets · /lp · /positions · /prophet · /leaderboard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92958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323926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23926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68112" y="320268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文档与 FAQ 完备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01184" y="3605022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faq-public 路演短版问答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demo-walkthrough 端到端演示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playbook 分阶段运维指南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协议收入与生态飞轮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97480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交易费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 滑点 + fee_multiplier 协议分成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97480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325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解锁费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8013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SuiProphet 私密预测抽成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97480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3258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溢价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18013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Auction + NAV 管理费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46888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468880"/>
            <a:ext cx="73152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786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生态飞轮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2907792"/>
            <a:ext cx="37033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高换手事件池 → LP 滑点收入 → 更多 LP 注入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预言家战绩公开 → 排行榜信任 → 订阅解锁增长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结算可信 → 机构量化接入 → 池深增加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双模块共用 EventRoot → 交叉导流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468880"/>
            <a:ext cx="73152" cy="2286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5786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竞争优势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2907792"/>
            <a:ext cx="37033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定价：机构级衍生品 vs 散户博彩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对象模型：Position NFT 可 transfer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+ 强制审计：知识付费信任闭环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v2 全栈已验证，非概念阶段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进展与验证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v2 已落地能力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65960" cy="1051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8013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链上模块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1965960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14600" y="18013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分布模板已部署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965960" cy="105156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18013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链下微服务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234440"/>
            <a:ext cx="1965960" cy="10515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12280" y="18013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v2 上线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8412480" cy="914400"/>
        </p:xfrm>
        <a:graphic>
          <a:graphicData uri="http://schemas.openxmlformats.org/drawingml/2006/table">
            <a:tbl>
              <a:tblPr/>
              <a:tblGrid>
                <a:gridCol w="685800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已落地能力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Poisson / Dirichlet / Normal + 区间/数字期权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Opening Auction → Trading → Oracle 结算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USDC Vault + Max-Loss 约束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LP Guard 动态费率 + NAV 申购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SuiProphet Seal Commit + 排行榜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Indexer PostgreSQL + REST API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Flutter Mobile + Rust Pricing Bridge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未来发展方向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 · 生态 · 主网 · 规模化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2529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18872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产品纵深扩展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" y="1591056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衍生：Variance Swap · Structured/Range/Barrier Note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分布覆盖得票率 [0,100] · 独立双池联合概率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二级市场转让 · 更多垂直市场（宏观/体育/选举）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Engine SDK 供量化机构接入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19472" y="122529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68112" y="1188720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SuiProphet 生态增长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01184" y="1591056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预言家 ≥100 · 付费解锁 GMV ≥$50K/月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 + 订阅者 ROI 聚合（Indexer 增强）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 明文缓存 · lock_time 后强制公开审计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纯稳定币体验 · Web + Mobile 双端覆盖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92958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" y="323926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23926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320268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主网上线与合规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" y="3605022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外部安全审计收敛 · 治理多签 + Slash timelock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USDC Mainnet · GeoBlock 合规框架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mainnet-readiness 演练留痕（Slash/ZK/结算）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DVM 可选仲裁适配器（与内置委员会并存）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092958"/>
            <a:ext cx="4023360" cy="194081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9472" y="3239262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23926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68112" y="3202686"/>
            <a:ext cx="321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基础设施与机构化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01184" y="3605022"/>
            <a:ext cx="3767328" cy="1355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EventRoot 包装迁移（非硬分叉）· Indexer EventRoot 索引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Brevis 链下监督（可选）：映射 proof_hash，链上仍为见证 + 挑战窗口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Guard Keeper 生产化 · Chain Monitor 告警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机构 AUM 目标 ≥$5M · Flutter 主网双端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分阶段规划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1–4 进展与 Mainnet 路径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1678838" cy="3607308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207008"/>
            <a:ext cx="16788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" y="1481328"/>
            <a:ext cx="16788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已完成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83464" y="1755648"/>
            <a:ext cx="156911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三分布模板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区间/数字期权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Max-Loss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Vault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980590" y="1097280"/>
            <a:ext cx="1678838" cy="3607308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80590" y="1207008"/>
            <a:ext cx="16788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1.5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80590" y="1481328"/>
            <a:ext cx="16788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已完成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35454" y="1755648"/>
            <a:ext cx="156911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Auction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Token + NAV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市场状态机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冷启动定标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732581" y="1097280"/>
            <a:ext cx="1678838" cy="3607308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32581" y="1207008"/>
            <a:ext cx="16788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32581" y="1481328"/>
            <a:ext cx="16788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已完成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787445" y="1755648"/>
            <a:ext cx="156911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线性期权 · Straddle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Guard 动态费率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 赎回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面板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484571" y="1097280"/>
            <a:ext cx="1678838" cy="3607308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4571" y="1207008"/>
            <a:ext cx="16788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4571" y="1481328"/>
            <a:ext cx="16788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收尾中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539435" y="1755648"/>
            <a:ext cx="156911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Swap + 结构化票据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Slash 治理 · ZK 冷路径见证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分布 · UMA DVM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外部审计 → Mainnet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236562" y="1097280"/>
            <a:ext cx="1678838" cy="3607308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36562" y="1207008"/>
            <a:ext cx="16788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36562" y="1481328"/>
            <a:ext cx="16788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规模化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291426" y="1755648"/>
            <a:ext cx="156911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EventRoot 全量迁移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Prophet Audit Keeper 自动化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订阅者 ROI · GMV 指标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/ Quant API 开放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28600" y="47594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联合 PDF 模型：主网后 6–12 个月内不上线，优先 Tier 1 + 结构化票据 + SuiProphet 生态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里程碑与 KPI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可量化增长目标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阶段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核心指标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种子市场 / 周活 / TVL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≥3 池 · ≥500 交易者 · ≥$500K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SDK / 量化接入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≥3 家机构或 SDK 集成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机构 AUM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$5M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注册预言家 / 解锁 GMV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人 · ≥$50K/月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Mainnet+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市场覆盖 / 结算可靠性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729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多垂直并行 · Oracle 零单点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24612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3246120"/>
            <a:ext cx="73152" cy="1691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35584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长期愿景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685032"/>
            <a:ext cx="8092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成为 Sui 链上「概率分布衍生品 + 链上知识付费」基础设施层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服务零售交易者、LP 承销商、专业预言家与量化机构四类参与者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以链上 PDF 定价取代碎片化 Yes/No，以强制审计取代虚假带单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554480"/>
            <a:ext cx="274320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欢迎交流 · Questions &amp; Discussion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X-Market = 概率分布衍生品协议 + 链上知识付费生态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全栈已验证 · 主网与规模化路径清晰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x-market-sui · PRD.zh.md · testnet.suivision.xyz · BSL 1.1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X-Market on Sui</dc:title>
  <dc:subject>概率分布衍生品 · 链上预测市场新范式</dc:subject>
  <dc:creator>X-Market Team</dc:creator>
  <cp:lastModifiedBy>X-Market Team</cp:lastModifiedBy>
  <cp:revision>1</cp:revision>
  <dcterms:created xsi:type="dcterms:W3CDTF">2026-06-20T18:15:14Z</dcterms:created>
  <dcterms:modified xsi:type="dcterms:W3CDTF">2026-06-20T18:15:14Z</dcterms:modified>
</cp:coreProperties>
</file>