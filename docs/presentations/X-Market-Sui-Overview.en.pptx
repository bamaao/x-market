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43400"/>
            <a:ext cx="9144000" cy="77724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371600"/>
            <a:ext cx="109728" cy="2194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on Sui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Distribution Derivatives · A New Paradigm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Yes/No gambling to PDF-priced financial derivatives — trading &amp; knowledge monetization unified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 · Testnet v2 Live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Pain 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flaws in traditional prediction markets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fragmentation — can't express continuous probability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tokens split CPI, goal counts, vote shares into fragmented pools with thin liquidity; institutions can't hedge interval risk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Unaudited signal-selling — KOL track records are forgeable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Web2/Web3 copy-trading lacks tamper-proof on-chain records; paid unlocks can't be verified post-hoc, eroding subscriber trust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market-making — whales get limited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sportsbooks are house vs. retail; quant funds and institutions face limits/bans — no true on-chain liquidity pool exists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settlement — trading &amp; insights data silos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Betting outcomes and paid analysis use different data sources; multi-dimensional event value can't aggregate on one root node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prediction markets must evolve from 'outcome gambling' to 'probability distribution derivatives' — trade direction, intervals, volatility &amp; structured risk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growth vectors &amp; X-Market positioning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697480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Derivatives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derivatives TAM (2026)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 serves institutional hedging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Normal/Poisson/Dirichlet for macro·sports·elections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&amp; structured products in Phase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234440"/>
            <a:ext cx="2697480" cy="6400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Knowledge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$300B+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paid content market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on-chain score filters real KOLs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encryption + forced post-hoc public audit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instant unlock · knowledge asset tokenization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9748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Markets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Growth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etc. validated PMF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048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 reduces friction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cold-start without external LP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execution for concurrent markets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owns the 'probability derivatives + paid knowledge' dual-module synergy — same EventRoot binds trading &amp; insights, no data fragmentation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Four-sided ecosystem win-win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64592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188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298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probability curves, not fragment tokens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1298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Interval/digital options · structured notes · Max-Loss risk control · transparent PDF pricing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164592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Underwriters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2331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41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spread + Theta + mispricing principal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441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deposit/redeem · Opening Auction endogenous liquidity · LP Guard dynamic fee protection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1645920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474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win-rate cred + unlock revenue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4960" y="3584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private analysis · on-chain track record · paid unlock after on-chain eligibility check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617720"/>
            <a:ext cx="1645920" cy="9601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892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617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4727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fees + trading fees + network effects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auto-settlement · leaderboard-driven traffic · parallel multi-market scaling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modules on shared EventRoot · unified Oracle settlement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73152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Trading Module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AMM: trades update μ/σ/λ/α, PDF refreshes in real time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Poisson football · Dirichlet elections · Normal macro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→ Trading → Oracle settlement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 Vault + Max-Loss constraint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73152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Paid Knowledge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Seal-encrypted private prophecies · paid_buyers instant access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public disclosure post lock_time · on-chain audit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Score leaderboard filters real KOLs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Shares Oracle resolved_value with trading module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Oracle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→ Dispute → Committee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EventRoot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event · same lock_time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064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2648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Dual Modules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trading + paid insights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Differentiation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AMM vs traditional binary markets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Traditional Yes/No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X-Market Parametric AMM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 target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Discrete outcome tokens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Probability density function PDF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 pool per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Vault + parameter adjustment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types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Binary bets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 · Digital · Call/Put · Variance Swap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 start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Depends on external 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endogenous pricing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access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Limits / bans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Transparent pool + quant arbitrage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 ecosystem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on-chain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forced post-hoc disclosure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7947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044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Math Engine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233672"/>
            <a:ext cx="8092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Q32.32 fixed-point · exp/erf LUT lookup · Tier 1 atomic param update + probability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is source of truth · Pricing Engine preview only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architecture + on-chain atomic compute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Parallel Execution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Sharded by event_id, parallel settlement across markets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Position/Prophecy as independent Objects, no global 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concurrency for multi-pool + multi-prophet scenarios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Atomic Compute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param update + probability in single PTB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Oracle-signed pricing updates, eliminates latency arb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 lookup reduces exp/erf Gas cost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Async Enhancement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Crush / IV / Vol Smile computed off-chain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index + REST API millisecond queries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Doesn't block on-chain settlement path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Pricing Bridge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+ Rust pricing bridge for local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with math-spec, WYSIWYG quotes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invalid on-chain transaction submissions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Multi-layer risk control · on-chain verifiable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 Boundary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buy_* checks worst-case payout ≤ Vault on-chain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Slippage Reject forcibly rejects insolvency trades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risk.move full path coverage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Dynamic Defense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Keeper monitors param drift + skewness + volume 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fee up to 800 bps at max risk score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sigma_virtual / resolution_window time lock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Committee Finality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propose + dispute + multi-sig committee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admin unilateral · stake-based game theory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forbidden from AMM pricing params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Privacy + Slash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OR policy: paid instant / post-expiry public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governance timelock + multi-sig execution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attestation cold path: 3600s challenge window + delayed finalize (non-blocking)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finality · state machine · ops infrastructure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Settlement Truth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macro_oracle + oracle_arbitrator single source for all products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DataFeed → trading claim + Prophet audit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auto-register, no hardcoded frontend env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State Machine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 → Trading → Settled strict transitions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resolution_window blocks buy_* near expiry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emergency halt + drill documentation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Service Matrix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· Oracle Relayer · Walrus Relay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· Chain Monitor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orchestration + health check scripts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Readiness System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mainnet-readiness-checklist executable steps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params sign-off + emergency drill templates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move test full module coverage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Usability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· native stablecoin · multi-platform UX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💵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USDC Experience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native USDC, not custom test tokens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Buy/unlock/payout all in stablecoin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cognitive barrier, focus on trading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Preview &amp; Guidance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off-chain quote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TradePanel real-time win rate &amp; ROI estimate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invalid on-chain submissions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Dual Platform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@mysten/dapp-kit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mobile + Rust pricing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/markets · /lp · /positions · /prophet · /leaderboard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Docs &amp; FAQ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faq-public pitch-ready Q&amp;A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demo-walkthrough end-to-end demo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playbooks for staged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 revenue &amp; ecosystem flywheel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9748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Fees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spread + fee_multiplier protocol share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9748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Fees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private prophecy commission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234440"/>
            <a:ext cx="269748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Premium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+ NAV management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468880"/>
            <a:ext cx="73152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Flywheel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High-turnover pools → LP spread income → more LP deposits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prophet records → leaderboard trust → unlock growth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Oracle settlement → institutional quant access → deeper pools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modules on EventRoot → cross-module traffic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468880"/>
            <a:ext cx="73152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Moat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pricing: institutional derivatives vs retail gambling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object model: Position NFT transferable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+ forced audit: paid knowledge trust loop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full-stack validated, not concept-only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Validation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delivered capabilities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96596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on-chain modules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templates live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microservices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234440"/>
            <a:ext cx="196596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1228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deployed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23160"/>
          <a:ext cx="841248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Delivered Capability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 / Dirichlet / Normal + interval/digital options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→ Trading → Oracle settlement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Vault + Max-Loss constraint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 Guard dynamic fees + NAV deposit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Seal commit + leaderboard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Indexer PostgreSQL +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Flutter Mobile + Rust Pricing Bridge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Ecosystem · Mainnet ·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Depth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derivatives: Variance Swap · Structured/Range/Barrier Note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distribution for vote share [0,100] · dual-pool joint probability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secondary transfer · more verticals (macro/sports/elections)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SDK for quant institutional access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Ecosystem Growth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≥100 registered prophets · ≥$50K/mo unlock GMV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Leaderboard + subscriber ROI aggregation (Indexer enhancement)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plaintext cache · forced public audit post lock_time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USDC stablecoin UX · Web + Mobile dual-platform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&amp; Compliance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security audit completion · governance multisig + Slash timelock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Mainnet · GeoBlock compliance framework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 drill documentation (Slash/ZK/settlement)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DVM optional arbitration adapter (coexists with built-in committee)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Institutional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wrap migration (no hard fork) · Indexer EventRoot index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Brevis off-chain supervision (optional): maps proof_hash; on-chain remains attestation + challenge window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Keeper production · Chain Monitor alerting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AUM target ≥$5M · Flutter mainnet dual-platform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Roadmap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1–4 progress &amp; Mainnet path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distributions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Interval/digital options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Token + NAV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pricing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1772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Done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options · Straddle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dynamic fees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redeem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panel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Closing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+ structured notes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governance · ZK cold-path attestation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dist · UMA DVM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audit → Mainnet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91540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1540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15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Scaling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0684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full migration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auto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ROI · GMV metrics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Quant API open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joint PDF model: deferred 6–12 months post-mainnet; prioritize Tier 1 + structured notes + SuiProphet ecosystem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&amp; KPIs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Quantifiable growth targets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Seed markets / WAU / TVL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pools · ≥500 traders · ≥$500K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/ quant integration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institutions or SDK integrations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AUM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$5M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Prophets / unlock GMV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· ≥$50K/month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Mainnet+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coverage / settlement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Multi-vertical parallel · zero Oracle SPOF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24612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46120"/>
            <a:ext cx="73152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355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Vision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685032"/>
            <a:ext cx="8092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Sui's infrastructure layer for probability distribution derivatives + on-chain paid knowledge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traders, LP underwriters, professional prophets, and quant institutions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fragmented Yes/No with on-chain PDF pricing; replace fake signal-selling with forced audit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= Probability distribution derivatives + on-chain paid knowledge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Testnet validated · Clear Mainnet &amp; scaling path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x-market-sui · PRD.md · testnet.suivision.xyz · BSL 1.1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X-Market on Sui</dc:title>
  <dc:subject>Probability Distribution Derivatives · A New Paradigm</dc:subject>
  <dc:creator>X-Market Team</dc:creator>
  <cp:lastModifiedBy>X-Market Team</cp:lastModifiedBy>
  <cp:revision>1</cp:revision>
  <dcterms:created xsi:type="dcterms:W3CDTF">2026-06-17T05:36:10Z</dcterms:created>
  <dcterms:modified xsi:type="dcterms:W3CDTF">2026-06-17T05:36:10Z</dcterms:modified>
</cp:coreProperties>
</file>